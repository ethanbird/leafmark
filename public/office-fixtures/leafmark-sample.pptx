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874519"/>
            <a:ext cx="8778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000" b="1">
                <a:solidFill>
                  <a:srgbClr val="F8FAFC"/>
                </a:solidFill>
              </a:rPr>
              <a:t>一叶演示文稿样张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CCFBF1"/>
                </a:solidFill>
              </a:rPr>
              <a:t>LeafMark 视觉样张 · 全幅背景图 + 标题文本框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93268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99F6E4"/>
                </a:solidFill>
              </a:rPr>
              <a:t>若背景丢失，这一页会变成白底。标题必须来自文本框，不能只印在 PNG 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</a:rPr>
              <a:t>图片与表格应同时可见</a:t>
            </a:r>
          </a:p>
        </p:txBody>
      </p:sp>
      <p:pic>
        <p:nvPicPr>
          <p:cNvPr id="3" name="Picture 2" descr="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5120640" cy="3383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35040" y="1143000"/>
          <a:ext cx="5486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914400">
                <a:tc gridSpan="3">
                  <a:txBody>
                    <a:bodyPr/>
                    <a:lstStyle/>
                    <a:p>
                      <a:r>
                        <a:t>对照表（跨三列）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PPT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图片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内嵌 + 浮动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全幅 + 插图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表格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合并单元格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本页右侧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版式占位符标题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副标题：这一页来自 Title 版式。占位符几何应来自 slideLayout，而不是全部挤在左上角。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
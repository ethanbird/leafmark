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</a:rPr>
              <a:t>一叶演示文稿样张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CFBF1"/>
                </a:solidFill>
              </a:rPr>
              <a:t>全幅背景图 + 标题。若背景丢失，这一页会变成白底。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2124"/>
                </a:solidFill>
              </a:rPr>
              <a:t>图片与表格应同时可见</a:t>
            </a:r>
          </a:p>
        </p:txBody>
      </p:sp>
      <p:pic>
        <p:nvPicPr>
          <p:cNvPr id="3" name="Picture 2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3832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28016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975360">
                <a:tc>
                  <a:txBody>
                    <a:bodyPr/>
                    <a:lstStyle/>
                    <a:p>
                      <a:r>
                        <a:t>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</a:t>
                      </a:r>
                    </a:p>
                  </a:txBody>
                  <a:tcPr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t>图片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内嵌 + 浮动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全幅 + 插图</a:t>
                      </a:r>
                    </a:p>
                  </a:txBody>
                  <a:tcPr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t>表格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合并单元格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本页右侧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版式占位符标题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副标题：这一页来自 Title 版式。占位符几何应来自 slideLayout，而不是全部挤在左上角。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